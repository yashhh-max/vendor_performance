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47472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NEXT-GENERATION SUPPLY CHAIN GOVERNANCE</a:t>
            </a:r>
          </a:p>
          <a:p>
            <a:pPr>
              <a:spcBef>
                <a:spcPts val="1200"/>
              </a:spcBef>
              <a:spcAft>
                <a:spcPts val="1600"/>
              </a:spcAft>
              <a:defRPr sz="3800" b="1">
                <a:solidFill>
                  <a:srgbClr val="F8F9FA"/>
                </a:solidFill>
              </a:defRPr>
            </a:pPr>
            <a:r>
              <a:t>Vendor Performance Analysis</a:t>
            </a:r>
            <a:br/>
            <a:r>
              <a:t>&amp; AI Procurement Copilot</a:t>
            </a:r>
          </a:p>
          <a:p>
            <a:pPr>
              <a:defRPr sz="1600">
                <a:solidFill>
                  <a:srgbClr val="B4BECD"/>
                </a:solidFill>
              </a:defRPr>
            </a:pPr>
            <a:r>
              <a:t>Deterministic 4-Pillar Scoring  |  Multi-Factor Risk Triaging  |  NVIDIA NIM Grounded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486400"/>
            <a:ext cx="10698480" cy="77724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8CAE4"/>
                </a:solidFill>
              </a:defRPr>
            </a:pPr>
            <a:r>
              <a:t>Repository: chikkajyothika-max/vendor_performance  •  Contributor: yashhh-max  •  Engine: NVIDIA Nemotron-3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VENDORSYNC AI |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The Procurement Blind Spot: Why Supplier Data Fails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Data Fragmentation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</a:defRPr>
            </a:pPr>
            <a:r>
              <a:t>ERP SILOS &amp; NOISE</a:t>
            </a:r>
          </a:p>
          <a:p>
            <a:pPr>
              <a:spcBef>
                <a:spcPts val="1200"/>
              </a:spcBef>
              <a:defRPr sz="1300">
                <a:solidFill>
                  <a:srgbClr val="B4BECD"/>
                </a:solidFill>
              </a:defRPr>
            </a:pPr>
            <a:r>
              <a:t>• Fulfillment logs, quality inspection sheets, and invoices live in disconnected silos.</a:t>
            </a:r>
            <a:br/>
            <a:r>
              <a:t>• Procurement managers spend 15+ hours/month manually aggregating Excel sheets for vendor reviews.</a:t>
            </a:r>
            <a:br/>
            <a:r>
              <a:t>• Lack of real-time visibility prevents proactive escalation.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Hidden Defect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36.5% DELAY SURPRISE</a:t>
            </a:r>
          </a:p>
          <a:p>
            <a:pPr>
              <a:spcBef>
                <a:spcPts val="1200"/>
              </a:spcBef>
              <a:defRPr sz="1300">
                <a:solidFill>
                  <a:srgbClr val="B4BECD"/>
                </a:solidFill>
              </a:defRPr>
            </a:pPr>
            <a:r>
              <a:t>• Suppliers with catastrophic delivery failures (e.g. Pinnacle Industrial: 27/74 orders delayed) continue receiving PO renewals.</a:t>
            </a:r>
            <a:br/>
            <a:r>
              <a:t>• Hidden quality defects (14 logged units) slip through without automated score penalties.</a:t>
            </a:r>
            <a:br/>
            <a:r>
              <a:t>• Subjective relationship bias clouds empirical vendor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Hallucination Trap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AI RELIABILITY CRISIS</a:t>
            </a:r>
          </a:p>
          <a:p>
            <a:pPr>
              <a:spcBef>
                <a:spcPts val="1200"/>
              </a:spcBef>
              <a:defRPr sz="1300">
                <a:solidFill>
                  <a:srgbClr val="B4BECD"/>
                </a:solidFill>
              </a:defRPr>
            </a:pPr>
            <a:r>
              <a:t>• Generic LLMs invent delivery percentages and hallucinate non-existent supplier contracts.</a:t>
            </a:r>
            <a:br/>
            <a:r>
              <a:t>• Mission-critical supply decisions demand 100% mathematical certainty.</a:t>
            </a:r>
            <a:br/>
            <a:r>
              <a:t>• Enterprise compliance requires audit-ready source attribution and strict key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VENDORSYNC AI |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The VendorSync AI Solution: 3-Tier Enterprise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1. Deterministic Data Layer (SQLite / Supabase PostgreSQL)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ECD"/>
                </a:solidFill>
              </a:defRPr>
            </a:pPr>
            <a:r>
              <a:t>Structured storage of vendors, purchase orders, qualitative relationship notes, and trailing 6-month historical metrics with relational integrity and low-latency indexed queries.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2. Analytical Intelligence &amp; Scoring Engine (FastAPI + Python)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9039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ECD"/>
                </a:solidFill>
              </a:defRPr>
            </a:pPr>
            <a:r>
              <a:t>Automated 4-pillar composite scoring (35% Delivery, 35% Quality, 15% Cost, 15% Reliability), multi-factor risk categorization (Low/Medium/High), and automated anomaly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377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3. NVIDIA NIM AI Copilot &amp; Grounded Context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30352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ECD"/>
                </a:solidFill>
              </a:defRPr>
            </a:pPr>
            <a:r>
              <a:t>Strict zero-hallucination prompt contract powered by NVIDIA Nemotron-3 Ultra (550B), live fact-verification inspection drawer, credential redaction, and offline deterministic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VENDORSYNC AI |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Rigorous Mathematical Foundation: 4-Pillar Scoring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972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Composite Overall Score 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8F9FA"/>
                </a:solidFill>
              </a:defRPr>
            </a:pPr>
            <a:r>
              <a:t>Overall Score = (0.35 × Delivery) + (0.35 × Quality) + (0.15 × Cost) + (0.15 × Reliability)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2606040" cy="32004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10896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On-Time Delivery (35%)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D"/>
                </a:solidFill>
              </a:defRPr>
            </a:pPr>
            <a:r>
              <a:t>Delivery = 100 × (1 - Delayed / Total)</a:t>
            </a:r>
            <a:br/>
            <a:r>
              <a:t>Measures shipment SLA compliance and lead time consistency.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926080"/>
            <a:ext cx="2606040" cy="32004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10896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Quality &amp; Defects (35%)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56616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D"/>
                </a:solidFill>
              </a:defRPr>
            </a:pPr>
            <a:r>
              <a:t>Quality = 100 × (1 - [1.5×Defects + 1.0×Complaints] / Total)</a:t>
            </a:r>
            <a:br/>
            <a:r>
              <a:t>Penalizes physical defects and customer escalations.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926080"/>
            <a:ext cx="2606040" cy="32004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10896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Cost Adherence (15%)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56616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D"/>
                </a:solidFill>
              </a:defRPr>
            </a:pPr>
            <a:r>
              <a:t>Cost = Margin adherence score (0-100)</a:t>
            </a:r>
            <a:br/>
            <a:r>
              <a:t>Evaluates invoice accuracy, price stability, and contract discount tiers.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2926080"/>
            <a:ext cx="2606040" cy="320040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310896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Reliability (15%)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566160"/>
            <a:ext cx="2331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D"/>
                </a:solidFill>
              </a:defRPr>
            </a:pPr>
            <a:r>
              <a:t>Reliability = Responsiveness index (0-100)</a:t>
            </a:r>
            <a:br/>
            <a:r>
              <a:t>Tracks SLA uptime, speed of issue resolution, and support responsiveness.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VENDORSYNC AI |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Empirical Dataset Benchmark: Real Supplier Performance Data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26080"/>
                <a:gridCol w="1645920"/>
                <a:gridCol w="1097280"/>
                <a:gridCol w="1371600"/>
                <a:gridCol w="1280160"/>
                <a:gridCol w="12801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E5FF"/>
                          </a:solidFill>
                        </a:defRPr>
                      </a:pPr>
                      <a:r>
                        <a:t>Vendor ID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E5FF"/>
                          </a:solidFill>
                        </a:defRPr>
                      </a:pPr>
                      <a:r>
                        <a:t>Supplier Name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E5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E5FF"/>
                          </a:solidFill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E5FF"/>
                          </a:solidFill>
                        </a:defRPr>
                      </a:pPr>
                      <a:r>
                        <a:t>Risk Level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E5FF"/>
                          </a:solidFill>
                        </a:defRPr>
                      </a:pPr>
                      <a:r>
                        <a:t>Delivery Rate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0E5FF"/>
                          </a:solidFill>
                        </a:defRPr>
                      </a:pPr>
                      <a:r>
                        <a:t>Quality Rate</a:t>
                      </a:r>
                    </a:p>
                  </a:txBody>
                  <a:tcPr>
                    <a:solidFill>
                      <a:srgbClr val="121A3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V-1048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Northstar Components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Electronics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0B981"/>
                          </a:solidFill>
                        </a:defRPr>
                      </a:pPr>
                      <a:r>
                        <a:t>Low (12%)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94%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V-0977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Atlas Packaging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Packaging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86%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0B981"/>
                          </a:solidFill>
                        </a:defRPr>
                      </a:pPr>
                      <a:r>
                        <a:t>Low (18%)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V-1021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Meridian Office Supply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Stationery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9E0B"/>
                          </a:solidFill>
                        </a:defRPr>
                      </a:pPr>
                      <a:r>
                        <a:t>Medium (38%)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V-1132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BluePeak Logistics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Logistics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9E0B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59E0B"/>
                          </a:solidFill>
                        </a:defRPr>
                      </a:pPr>
                      <a:r>
                        <a:t>Medium (44%)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79%</a:t>
                      </a:r>
                    </a:p>
                  </a:txBody>
                  <a:tcPr>
                    <a:solidFill>
                      <a:srgbClr val="161E3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V-1103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Pinnacle Industrial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Equipment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F4444"/>
                          </a:solidFill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F4444"/>
                          </a:solidFill>
                        </a:defRPr>
                      </a:pPr>
                      <a:r>
                        <a:t>High (67%)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64%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9FA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>
                    <a:solidFill>
                      <a:srgbClr val="1C25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VENDORSYNC AI |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Automated Anomaly Detection &amp; Operational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High-Risk Case: Pinnacle Industrial (V-1103)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</a:defRPr>
            </a:pPr>
            <a:r>
              <a:t>CRITICAL METRIC BREAKDOWN</a:t>
            </a:r>
          </a:p>
          <a:p>
            <a:pPr>
              <a:spcBef>
                <a:spcPts val="1200"/>
              </a:spcBef>
              <a:defRPr sz="1300">
                <a:solidFill>
                  <a:srgbClr val="B4BECD"/>
                </a:solidFill>
              </a:defRPr>
            </a:pPr>
            <a:r>
              <a:t>• Delay Rate: 36.5% (27 of 74 orders failed SLA)</a:t>
            </a:r>
            <a:br/>
            <a:r>
              <a:t>• Defect Count: 14 defective units logged</a:t>
            </a:r>
            <a:br/>
            <a:r>
              <a:t>• Escalated Complaints: 15 customer incident tickets</a:t>
            </a:r>
            <a:br/>
            <a:r>
              <a:t>• Trailing Trend: Consistent downward drop across 6 months (72 → 69 → 66 → 64 → 63 → 61)</a:t>
            </a:r>
            <a:br/>
            <a:r>
              <a:t>• Action: Corrective Action Plan (CAP) triggered; secondary sourcing initiated.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Benchmark Leader: Northstar Components (V-1048)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TIER-1 SUPPLIER METRICS</a:t>
            </a:r>
          </a:p>
          <a:p>
            <a:pPr>
              <a:spcBef>
                <a:spcPts val="1200"/>
              </a:spcBef>
              <a:defRPr sz="1300">
                <a:solidFill>
                  <a:srgbClr val="B4BECD"/>
                </a:solidFill>
              </a:defRPr>
            </a:pPr>
            <a:r>
              <a:t>• On-Time Delivery: 96% across 148 fulfilled purchase orders</a:t>
            </a:r>
            <a:br/>
            <a:r>
              <a:t>• Defect Ratio: Only 3 defects across 148 orders (2.0% defect rate)</a:t>
            </a:r>
            <a:br/>
            <a:r>
              <a:t>• Quality Rating: 94% defect-free compliance</a:t>
            </a:r>
            <a:br/>
            <a:r>
              <a:t>• Trailing Trend: Continuous upward expansion (84 → 86 → 88 → 90 → 91 → 92)</a:t>
            </a:r>
            <a:br/>
            <a:r>
              <a:t>• Action: Recommended for annual volume rebate discount &amp; long-term commitment.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VENDORSYNC AI |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NVIDIA NIM Integration: Two-Stage Grounding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Stage 1: Intent &amp; Data Extraction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100% DETERMINISTIC CALCULATION</a:t>
            </a:r>
          </a:p>
          <a:p>
            <a:pPr>
              <a:spcBef>
                <a:spcPts val="1000"/>
              </a:spcBef>
              <a:defRPr sz="1300">
                <a:solidFill>
                  <a:srgbClr val="B4BECD"/>
                </a:solidFill>
              </a:defRPr>
            </a:pPr>
            <a:r>
              <a:t>• Parses user intent: Top Vendor, Head-to-Head Comparison, Anomaly Discovery, Portfolio Aggregates.</a:t>
            </a:r>
            <a:br/>
            <a:r>
              <a:t>• Direct query to SQLite / PostgreSQL database for real records.</a:t>
            </a:r>
            <a:br/>
            <a:r>
              <a:t>• Pre-computes exact rankings, averages, and deltas in Python.</a:t>
            </a:r>
            <a:br/>
            <a:r>
              <a:t>• Assembles the strict Markdown Grounding Contract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Stage 2: NVIDIA NIM Cognitive 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STRICT ZERO-HALLUCINATION PROMPT</a:t>
            </a:r>
          </a:p>
          <a:p>
            <a:pPr>
              <a:spcBef>
                <a:spcPts val="1000"/>
              </a:spcBef>
              <a:defRPr sz="1300">
                <a:solidFill>
                  <a:srgbClr val="B4BECD"/>
                </a:solidFill>
              </a:defRPr>
            </a:pPr>
            <a:r>
              <a:t>• Model: nvidia/nemotron-3-ultra-550b-a55b via NVIDIA NIM API.</a:t>
            </a:r>
            <a:br/>
            <a:r>
              <a:t>• Enforces Grounding Contract: LLM forbidden from inventing any metrics or suppliers outside the table.</a:t>
            </a:r>
            <a:br/>
            <a:r>
              <a:t>• Synthesizes executive briefings with actionable next steps.</a:t>
            </a:r>
            <a:br/>
            <a:r>
              <a:t>• Returns verified metadata payload for frontend inspection drawer.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VENDORSYNC AI |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Grounded Natural Language Queries in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25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Query: 'Which vendor has the highest delivery rate?'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D"/>
                </a:solidFill>
              </a:defRPr>
            </a:pPr>
            <a:r>
              <a:t>Grounded Answer: Northstar Components (V-1048) leads the portfolio with an outstanding 96% on-time delivery rate across 148 purchase orders (only 6 delays).</a:t>
            </a:r>
            <a:br/>
            <a:r>
              <a:t>Verified Delta: +7% higher than second-place Atlas Packaging (89%) and +32% above Pinnacle Industrial (64%).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10698480" cy="1325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375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Query: 'Compare Northstar and Pinnacle head-to-head'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6616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D"/>
                </a:solidFill>
              </a:defRPr>
            </a:pPr>
            <a:r>
              <a:t>Grounded Answer: Northstar Components outscores Pinnacle Industrial by +31 overall points (92 vs 61).</a:t>
            </a:r>
            <a:br/>
            <a:r>
              <a:t>Delivery: 96% vs 64% (+32%) | Quality: 94% vs 68% (+26%) | Reliability: 91% vs 59% (+32%).</a:t>
            </a:r>
            <a:br/>
            <a:r>
              <a:t>Strategic Action: Transition critical orders from Pinnacle to Northstar.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698480" cy="1325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84632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Query: 'What are the largest risks in our supply chain?'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0749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D"/>
                </a:solidFill>
              </a:defRPr>
            </a:pPr>
            <a:r>
              <a:t>Grounded Answer: Pinnacle Industrial (V-1103) represents the primary risk with 36.5% delay rate and 14 defects (Risk Score: 67%).</a:t>
            </a:r>
            <a:br/>
            <a:r>
              <a:t>Secondary Risk: BluePeak Logistics (V-1132) has 19 delayed shipments (21.6% delay rate, 44% risk index).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VENDORSYNC AI |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Enterprise Security, Credential Safety &amp; Fallback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API Key Redaction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REGEX SANITIZATION</a:t>
            </a:r>
          </a:p>
          <a:p>
            <a:pPr>
              <a:spcBef>
                <a:spcPts val="1000"/>
              </a:spcBef>
              <a:defRPr sz="1300">
                <a:solidFill>
                  <a:srgbClr val="B4BECD"/>
                </a:solidFill>
              </a:defRPr>
            </a:pPr>
            <a:r>
              <a:t>• All outgoing logs, exceptions, and API error strings pass through _clean_error_message().</a:t>
            </a:r>
            <a:br/>
            <a:r>
              <a:t>• Patterns matching nvapi-* are instantly masked as nvapi-***REDACTED***.</a:t>
            </a:r>
            <a:br/>
            <a:r>
              <a:t>• Zero credential exposure in HTTP responses or browser consoles.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Session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HTTPONLY COOKIES</a:t>
            </a:r>
          </a:p>
          <a:p>
            <a:pPr>
              <a:spcBef>
                <a:spcPts val="1000"/>
              </a:spcBef>
              <a:defRPr sz="1300">
                <a:solidFill>
                  <a:srgbClr val="B4BECD"/>
                </a:solidFill>
              </a:defRPr>
            </a:pPr>
            <a:r>
              <a:t>• Strict JWT session verification on /api/ai/chat and /api/ai/grounding.</a:t>
            </a:r>
            <a:br/>
            <a:r>
              <a:t>• Unauthenticated access immediately returns 401 Unauthorized.</a:t>
            </a:r>
            <a:br/>
            <a:r>
              <a:t>• Prevents cross-site script hijacking and protects sensitive vendor scorecards.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Offline Fallback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100% SERVICE AVAILABILITY</a:t>
            </a:r>
          </a:p>
          <a:p>
            <a:pPr>
              <a:spcBef>
                <a:spcPts val="1000"/>
              </a:spcBef>
              <a:defRPr sz="1300">
                <a:solidFill>
                  <a:srgbClr val="B4BECD"/>
                </a:solidFill>
              </a:defRPr>
            </a:pPr>
            <a:r>
              <a:t>• When NVIDIA NIM times out or network disruptions occur, the system seamlessly shifts to the VendorSync Offline Engine.</a:t>
            </a:r>
            <a:br/>
            <a:r>
              <a:t>• Generates mathematically identical executive answers without API dependency.</a:t>
            </a:r>
            <a:br/>
            <a:r>
              <a:t>• High-reliability SLA guarantee.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VENDORSYNC AI |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Verification &amp; Quality Assurance: 31/31 Tests Passing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Automated Test Coverage: 100% Passing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16 Pytest AI &amp; Grounding Unit/Integration Tests  +  15 Backend Regression Tests = 31 / 31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5212080" cy="29260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3832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AI &amp; Grounding Suite (16 Tests)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490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D"/>
                </a:solidFill>
              </a:defRPr>
            </a:pPr>
            <a:r>
              <a:t>✔ Mathematical KPI formula bounds (0-100)</a:t>
            </a:r>
            <a:br/>
            <a:r>
              <a:t>✔ Head-to-head comparison calculation</a:t>
            </a:r>
            <a:br/>
            <a:r>
              <a:t>✔ Statistical anomaly detection</a:t>
            </a:r>
            <a:br/>
            <a:r>
              <a:t>✔ Credential redaction in error messages</a:t>
            </a:r>
            <a:br/>
            <a:r>
              <a:t>✔ Authentication rejection (401)</a:t>
            </a:r>
            <a:br/>
            <a:r>
              <a:t>✔ Payload flood rejection (4000+ chars)</a:t>
            </a:r>
            <a:br/>
            <a:r>
              <a:t>✔ Offline fallback upon upstream timeout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5212080" cy="29260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38328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Core Backend Suite (15 Tests)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49039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4BECD"/>
                </a:solidFill>
              </a:defRPr>
            </a:pPr>
            <a:r>
              <a:t>✔ Cookie session authentication lifecycle</a:t>
            </a:r>
            <a:br/>
            <a:r>
              <a:t>✔ Multi-vendor dashboard data aggregation</a:t>
            </a:r>
            <a:br/>
            <a:r>
              <a:t>✔ Machine learning risk prediction endpoint</a:t>
            </a:r>
            <a:br/>
            <a:r>
              <a:t>✔ CRUD operations for qualitative vendor notes</a:t>
            </a:r>
            <a:br/>
            <a:r>
              <a:t>✔ Dynamic vendor registration &amp; deletion</a:t>
            </a:r>
            <a:br/>
            <a:r>
              <a:t>✔ Database health &amp; latency check (&lt;1ms)</a:t>
            </a:r>
            <a:br/>
            <a:r>
              <a:t>✔ Deep AI vendor profile risk diagnosis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VENDORSYNC AI |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Deployment Runbook &amp; Cloud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6060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Local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ECD"/>
                </a:solidFill>
              </a:defRPr>
            </a:pPr>
            <a:r>
              <a:t>Quick 1-command startup:</a:t>
            </a:r>
            <a:br/>
            <a:r>
              <a:t>python run_server.py</a:t>
            </a:r>
            <a:br/>
            <a:r>
              <a:t>Runs on port 8000 with local SQLite database &amp; instant reload.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6060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Docker 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ECD"/>
                </a:solidFill>
              </a:defRPr>
            </a:pPr>
            <a:r>
              <a:t>Standardized containerization:</a:t>
            </a:r>
            <a:br/>
            <a:r>
              <a:t>docker build -t vendorsync .</a:t>
            </a:r>
            <a:br/>
            <a:r>
              <a:t>docker run -p 8000:8000 vendorsync</a:t>
            </a:r>
            <a:br/>
            <a:r>
              <a:t>Runs in isolated Linux environment.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645920"/>
            <a:ext cx="26060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Cloud PaaS (Railway / Render)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ECD"/>
                </a:solidFill>
              </a:defRPr>
            </a:pPr>
            <a:r>
              <a:t>Production-ready configs:</a:t>
            </a:r>
            <a:br/>
            <a:r>
              <a:t>Includes Procfile &amp; railway.toml.</a:t>
            </a:r>
            <a:br/>
            <a:r>
              <a:t>Automatic TLS certificates, health monitoring, and scaling.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45920"/>
            <a:ext cx="26060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828800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Supabase Cloud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286000"/>
            <a:ext cx="2331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ECD"/>
                </a:solidFill>
              </a:defRPr>
            </a:pPr>
            <a:r>
              <a:t>Enterprise persistence:</a:t>
            </a:r>
            <a:br/>
            <a:r>
              <a:t>Set DATABASE_URL=postgresql://...</a:t>
            </a:r>
            <a:br/>
            <a:r>
              <a:t>Automatic schema migration &amp; multi-region database replication.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VENDORSYNC AI | ENTERPRISE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9FA"/>
                </a:solidFill>
              </a:defRPr>
            </a:pPr>
            <a:r>
              <a:t>VendorSync AI: Smarter Decisions, Resilient Supply Chains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34747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E5FF"/>
                </a:solidFill>
              </a:defRPr>
            </a:pPr>
            <a:r>
              <a:t>Enterprise Value Delivered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9FA"/>
                </a:solidFill>
              </a:defRPr>
            </a:pPr>
            <a:r>
              <a:t>1. OBJECTIVE SUPPLIER EVALUATION: Replaced gut feeling and subjective reviews with deterministic 4-pillar mathematical scoring.</a:t>
            </a:r>
          </a:p>
          <a:p>
            <a:pPr>
              <a:spcBef>
                <a:spcPts val="1000"/>
              </a:spcBef>
              <a:defRPr sz="1400" b="1">
                <a:solidFill>
                  <a:srgbClr val="F8F9FA"/>
                </a:solidFill>
              </a:defRPr>
            </a:pPr>
            <a:r>
              <a:t>2. ZERO-HALLUCINATION AI: Delivered enterprise-safe AI with NVIDIA NIM Nemotron-3 Ultra, strictly anchored to factual data contracts.</a:t>
            </a:r>
          </a:p>
          <a:p>
            <a:pPr>
              <a:spcBef>
                <a:spcPts val="1000"/>
              </a:spcBef>
              <a:defRPr sz="1400" b="1">
                <a:solidFill>
                  <a:srgbClr val="F8F9FA"/>
                </a:solidFill>
              </a:defRPr>
            </a:pPr>
            <a:r>
              <a:t>3. PROACTIVE RISK MITIGATION: Early detection of supply chain bottlenecks (36.5% delay detection) prevents costly factory halts.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121A30"/>
          </a:solidFill>
          <a:ln w="1905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0E5FF"/>
                </a:solidFill>
              </a:defRPr>
            </a:pPr>
            <a:r>
              <a:t>Repository: https://github.com/chikkajyothika-max/vendor_performance  •  Pull Request #1: Live on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